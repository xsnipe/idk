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5E3CD6-A4BB-4631-BA02-F33343B3F3B4}">
  <a:tblStyle styleId="{1E5E3CD6-A4BB-4631-BA02-F33343B3F3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caf146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caf146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3caf1467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3caf1467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caf1467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3caf1467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3caf1467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3caf1467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3caf1467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3caf1467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caf1467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3caf1467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caf1467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3caf1467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caf1467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3caf1467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caf1467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3caf1467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caf1467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3caf1467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Stage 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What kind of binary is this?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What broad features exist in it?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Stage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Where can execution go?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Which function handles which WDM major request?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Which IOCTL or nested selector chooses which case?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What device names and links may expose that handler?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Stage 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Which request values flow from those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into security-sensitive operations?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caf1467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caf1467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What kind of binary is this?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What broad features exist in it?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Where can execution go?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Which function handles which WDM major request?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Which IOCTL or nested selector chooses which case?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What device names and links may expose that handler?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Which request values flow from those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into security-sensitive operations?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caf1467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3caf1467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IOCTL 0x222004 reaches case A in handler 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SystemBuffer+0x08 flows through truncation and zero-extension into MmMapIoSpace argument 0 at instruction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The mapping is satisfiable, the required argument is controllable, the request can be serialized, and the case deserves execution.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caf1467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3caf1467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IOCTL 0x222004 reaches case A in handler 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SystemBuffer+0x08 flows through truncation and zero-extension into MmMapIoSpace argument 0 at instruction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The mapping is satisfiable, the required argument is controllable, the request can be serialized, and the case deserves execution.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caf1467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3caf1467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IOCTL 0x222004 reaches case A in handler 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SystemBuffer+0x08 flows through truncation and zero-extension into MmMapIoSpace argument 0 at instruction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The mapping is satisfiable, the required argument is controllable, the request can be serialized, and the case deserves execution.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caf1467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3caf1467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IOCTL 0x222004 reaches case A in handler 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SystemBuffer+0x08 flows through truncation and zero-extension into MmMapIoSpace argument 0 at instruction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The mapping is satisfiable, the required argument is controllable, the request can be serialized, and the case deserves execution.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3caf1467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3caf1467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IOCTL 0x222004 reaches case A in handler 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SystemBuffer+0x08 flows through truncation and zero-extension into MmMapIoSpace argument 0 at instruction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The mapping is satisfiable, the required argument is controllable, the request can be serialized, and the case deserves execution.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caf1467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3caf1467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This request-derived expression reaches this sink operand.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local proof: This expression can be bound to an actual request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obligation: These are the operands that matter for this sink.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witness: These exact bytes or runtime values should control those operands.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manifest: This is how to construct and execute the request.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classification: This case is exact, guided, triage-only, or metadata.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handoff: Package all evidence and recipes for Stage 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5: Load the driver and determine what actually happens.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caf1467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caf1467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This request-derived expression reaches this sink operand.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local proof: This expression can be bound to an actual request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obligation: These are the operands that matter for this sink.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witness: These exact bytes or runtime values should control those operands.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manifest: This is how to construct and execute the request.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classification: This case is exact, guided, triage-only, or metadata.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 handoff: Package all evidence and recipes for Stage 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5: Load the driver and determine what actually happens.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3caf1467c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3caf1467c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IOCTL 0x222004 reaches case A in handler 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SystemBuffer+0x08 flows through truncation and zero-extension into MmMapIoSpace argument 0 at instruction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The mapping is satisfiable, the required argument is controllable, the request can be serialized, and the case deserves execution.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caf1467c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3caf1467c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Stage 4: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Construct a defensible experiment.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Stage 5 planning: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Decide whether the current harness can perform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Installation probe: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Determine whether this binary can load and expose a usable device.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Guest agent: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Construct the request and measure guest-visible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Observer driver: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Preserve which candidate run was active around a crash.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 instrumentation: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Observe privileged instructions and hardware transactions.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Attribute a kernel failure to the DUT and decisive stack.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Verdict: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Separate reproduction, security meaning, evidence strength, and confidence.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Sieve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Jaden Bowers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PE intake and </a:t>
            </a:r>
            <a:r>
              <a:rPr lang="en"/>
              <a:t>fingerprinting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Input: .sys file or directory of .sys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Actions: compute hash, gather metadata (imports, api calls, strings, ect..), classify driver.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Output: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image.json: “What binary did Kernel Sieve load?” (file size, hash, format, arch,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fingerprint.json: “What broad features does this driver appear to contain?” (import/export, api family,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strings.json: “Any interesting strings?” (ASCII string count, UTF-16LE string count, interesting string entries), Later used for device, registry, SDDL, and physical-memory leads.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Stage 1: PE intake and fingerprinting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Determine whether a file or directory of files was supplied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Stream file into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Compute SHA-256 hash. This SHA-256 value is the canonical driver identity throughout Kernel Sieve.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if file is PE. DOS header check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Stage 1: PE intake and fingerprinting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Load into XAIR. (Binary analysis tool)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confirmation of format and 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image_base and entry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</a:t>
            </a:r>
            <a:r>
              <a:rPr lang="en"/>
              <a:t>normalized</a:t>
            </a:r>
            <a:r>
              <a:rPr lang="en"/>
              <a:t> segments (section_0, section_1,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Replace generic section names with real PE names (.text, .rdata, .data, 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PE intake and fingerprinting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symbols from XAIR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Separate</a:t>
            </a:r>
            <a:r>
              <a:rPr lang="en"/>
              <a:t> symbols by flags into 3 arrays.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Imports: i.e IoCreateDevice, IoCreateSymbolicLink ,MmMapIoSpace, memcpy, 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Exports: Most of the time empty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Unwind roots: Symbols marked by XAIR as unwind-derived roots are stored separately. These are potential function-entry hints derived from x64 unwind metadata.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PE intake and fingerprinting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Group imports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2758625" y="108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{1E5E3CD6-A4BB-4631-BA02-F33343B3F3B4}</a:tableStyleId>
              </a:tblPr>
              <a:tblGrid>
                <a:gridCol w="3062500"/>
                <a:gridCol w="3062500"/>
              </a:tblGrid>
              <a:tr h="43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wdm_setup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DriverEntry, IoCreateDevice, IoDeleteDevice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device_naming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IoCreateSymbolicLink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copy_memory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memcpy, RtlCopyMemory, memmove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8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process_object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PsLookupProcessByProcessId, ObReferenceObjectByHandle, ZwTerminateProcess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3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physical_memory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ZwOpenSection, ZwMapViewOfSection, MmMapIoSpace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3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file_registry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ZwCreateFile, ZwOpenKey, ZwSetValueKey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3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probing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ProbeForRead, MmGetSystemAddressForMdlSafe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completion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IoCompleteRequest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3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access_control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WdmlibIoValidateDeviceIoControlAccess, SeAccessCheck 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PE intake and fingerprinting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15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E- output - image.json: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405650" y="1561400"/>
            <a:ext cx="7639500" cy="3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</a:t>
            </a:r>
            <a:r>
              <a:rPr lang="en" sz="1200"/>
              <a:t>chema — Version of the JSON format.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path — Original path of the .sys file.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sha256 — Exact cryptographic identity of the file.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file_size — File size in bytes.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format — Binary format, normally pe.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arch — CPU architecture, normally x86_64.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image_base — Preferred virtual base address of the image.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entry — Driver entry-point virtual address.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pe.machine — PE machine type, such as AMD64.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pe.subsystem — PE subsystem value.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pe.timestamp — Timestamp stored in the PE header.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pe.characteristics — COFF image flags.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pe.dll_characteristics — Optional-header security and loader flags.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pe.checksum — PE checksum value.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pe.size_of_image — Total in-memory image size.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pe.security_directory_present — Whether the PE contains a certificate-table entry.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segments — Loaded image sections or segments.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name — Section name such as .text or .data.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va — Virtual address.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mem_size — Size when loaded into memory.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file_size — Number of bytes stored in the file.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file_offset — Location inside the file.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perms — Read, write, and execute permissions.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imports — Functions imported from other modules.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name — Imported symbol name.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va — Symbol or import-slot address.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size — Symbol size, when known.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flags — XAIR symbol flags.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exports — Functions or symbols exported by the driver.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unwind_roots — Likely function starts recovered from x64 unwind information.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PE intake and fingerprinting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</a:t>
            </a:r>
            <a:r>
              <a:rPr b="1" lang="en"/>
              <a:t>- output - </a:t>
            </a:r>
            <a:r>
              <a:rPr b="1" lang="en"/>
              <a:t>fingerprint.json </a:t>
            </a:r>
            <a:r>
              <a:rPr b="1"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381750" y="1587500"/>
            <a:ext cx="74475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schema — Version of the JSON format.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sha256 — Exact driver-file identity.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structural_hash — Coarse hash of selected image structure and imports.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import_count — Number of imported symbols.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export_count — Number of exported symbols.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unwind_root_count — Number of unwind-derived function roots.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api_family_bits — Numeric bitmask of broad imported API families.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api_families — Readable API-family names, such as: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wdm_setup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device_naming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copy_memory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process_object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physical_memory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file_registry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probing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completion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access_control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opcode_bits — Numeric bitmask of interesting opcode families.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opcode_families — Readable opcode-family names.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opcode_counts.wrmsr — Raw WRMSR byte-pattern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opcode_counts.rdmsr — Raw RDMSR byte-pattern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opcode_counts.port_io — Raw port-I/O byte-pattern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opcode_counts.control_register — Raw control-register instruction-pattern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opcode_counts.debug_register — Raw debug-register instruction-pattern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opcode_counts.rep_movs — Raw repeated move-pattern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opcode_counts.rep_stos — Raw repeated store-pattern 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string_counts.ascii — Total ASCII strings found.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string_counts.utf16le — Total simplified UTF-16LE strings found.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string_counts.interesting — Number of strings retained as potentially useful.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PE intake and fingerprinting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10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r>
              <a:rPr b="1" lang="en"/>
              <a:t>- output - </a:t>
            </a:r>
            <a:r>
              <a:rPr b="1" lang="en"/>
              <a:t>strings.json </a:t>
            </a:r>
            <a:r>
              <a:rPr b="1"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434725" y="1629625"/>
            <a:ext cx="69639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schema — Version of the JSON format.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ascii_count — Total ASCII strings found.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utf16le_count — Total simplified UTF-16LE strings found.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interesting — Strings matching useful categories.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text — Extracted string value.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file_offset — Byte offset inside the .sys file.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encoding — ascii or utf16le.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categories — Why the string was retained: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device_path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physical_memory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sddl_or_acl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registry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driver_path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Surface Recovery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Overview: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Input: stage 1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Actions: Answers where can execution begin, which routines handle WDM requests, and which IOCTL values select which pieces of driver code?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Output: cfg.json, functions.json, callgraph.json, wdm.json, ioctls.json surface.json, wdm_frontdoor.json, devices.json, status files.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Surface Recovery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INITIAL WDM RECOVERY major-function assignments dispatch handlers device/front-door calls initial IOCTL cases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collect additional roots recovered handlers exact IOCTL case entries exact helper routines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FINAL CFG PASS automatic roots + recovered manual roots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verify and freeze final CFG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FINAL WDM RECOVERY rerun dispatch, device, and IOCTL analysis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Surface Recovery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</a:t>
            </a:r>
            <a:r>
              <a:rPr b="1"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XAIR loaded the x64 driver.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final CFG was built and structurally verified.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CFG was constructed using both automatic and WDM-recovered roots.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Potential WDM major-function handlers were inventoried.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Device/front-door callsites and strings were inventoried.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Device-control and internal-device-control handlers were searched for IOCTL patterns.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emitted IOCTL candidate passed the project’s plausibility filter.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Candidate provenance and ambiguity were recorded.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Final CFG and WDM artifacts were written.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Provenance tracking and Sink discovery 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Input: stage 2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Actions: For each recovered IOCTL case, which values originate from the request, how are those values transformed, and do any of them reach security-sensitive sink operands?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Output: request_model.json, taint.json, callsites.json, summaries.json, guards.json, flows.json, candidates.json, provenance.json.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Provenance tracking and Sink discovery 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REQUEST MODEL BUILD: one model per IOCTL/case candidate.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Request model represents the possible inputs for one IOCTL. (IoControlCode InputBufferLength, OutputBufferLength, SystemBuffer, …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GENERIC HANDLER SCAN: scan each DeviceControl handler, collect general callsites and guards.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Provenance tracking and Sink discovery 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PROVENANCE ENGINE: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SINK OBSERVATION: imported APIs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FLOW ATTRIBUTION: match sink to IOCTL, check case reachability, detect shared tails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Provenance tracking and Sink discovery 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</a:t>
            </a:r>
            <a:r>
              <a:rPr b="1" lang="en"/>
              <a:t>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 request model exists for each retained Stage 2 IOCTL candidate.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Request sources were selected according to the IOCTL transfer method.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Device-control handlers were scanned with request-aware provenance state.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Exact IOCTL cases were rescanned with case-specific context where available.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Recognized API and instruction callsites were inventoried.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Request-derived arithmetic and memory-load expressions were recorded.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Selected request-related guards were recovered.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Callsites were attributed to IOCTL cases through direct case scans or CFG reachability.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Weak, unrooted, no-case, and other inventory-only callsites were suppressed from the Stage 4 flow set.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Every emitted production flow has at least one request-rooted required sink operand.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</a:t>
            </a:r>
            <a:r>
              <a:rPr lang="en"/>
              <a:t>Local verification, request synthesis, and execution classification 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Input: stage 3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Actions: </a:t>
            </a:r>
            <a:r>
              <a:rPr lang="en"/>
              <a:t>Can Kernel Sieve translate this request-to-sink claim into a concrete request, show that the required sink operands are controllable, assign an appropriate runtime oracle, and package the result without overstating the evidence? 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Output: </a:t>
            </a:r>
            <a:r>
              <a:rPr lang="en"/>
              <a:t>verification.json, witnesses.json, request_XXXX.json, model_XXXX.kstc, dynamic_case_XXXX.json, poc_XXXX.c, fallback snapshots 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Local verification, request synthesis, and execution classification 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collect device-path candidates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LOCAL STRUCTURED SYMBOLIC PROOF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optional HANDLER-TO-SINK FALLBACK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synthesize request contract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…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Local verification, request synthesis, and execution classification 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 - What Stage 4 proves 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Stage 2 IOCTL-to-case mapping is exact.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Stage 3 sink is exactly attributable to that case.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 required sink operand has an exact request binding.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concrete request value can be selected.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reconstructed sink value satisfies the modeled obligation.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request layout can be serialized without precision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runtime oracle and backend exist.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reproducible execution recipe has been generated.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5: </a:t>
            </a:r>
            <a:r>
              <a:rPr lang="en"/>
              <a:t>Dynamic execution </a:t>
            </a:r>
            <a:r>
              <a:rPr lang="en"/>
              <a:t> 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Input: stage 4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Actions: Answers Did the driver load? Did a trustworthy device path open? Was the modeled request submitted? Did the modeled sink or effect occur? Does the observed behavior establish a security vulnerability?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Output: </a:t>
            </a:r>
            <a:r>
              <a:rPr lang="en"/>
              <a:t>dynamic_result.json, driver-result.json, queue-run-summary.json.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5: </a:t>
            </a:r>
            <a:r>
              <a:rPr lang="en"/>
              <a:t>Dynamic execution </a:t>
            </a:r>
            <a:r>
              <a:rPr lang="en"/>
              <a:t> 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exact driver binary loaded.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particular device path was opened with a recorded access mask.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particular IOCTL request was submitted.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baseline/variant distinction was applied exactly.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guest-visible sink-specific state transition occurred.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privileged instruction or hardware transaction was observed.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request was active when the guest crashed.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DUT was responsible for a kernel failure.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specific candidate experiment was not reproduced under exact clean controls.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